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Attendance Management System (SAMS)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 with Paper: Sign-in sheets are easily lost, damaged, and impossible to quickly search.</a:t>
            </a:r>
          </a:p>
          <a:p>
            <a:r>
              <a:t>Wasted Time: Instructors spend too much time manually calculating chronic absences.</a:t>
            </a:r>
          </a:p>
          <a:p>
            <a:r>
              <a:t>No Real-Time Data: Center administrators lack instant visibility into who is actually present across different classrooms.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Centralized Digital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Access: Distinct management workflows for Center Admins and Class Instructors.</a:t>
            </a:r>
          </a:p>
          <a:p>
            <a:r>
              <a:t>Core Entities: Seamlessly connects Students, Instructors, Classes, and daily Attendance Logs.</a:t>
            </a:r>
          </a:p>
          <a:p>
            <a:r>
              <a:t>Fast &amp; Responsive: Built as a modern, single-page application where data updates instantly without refreshing the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Bootstrap 5, and Vanilla JavaScript (fetch API).</a:t>
            </a:r>
          </a:p>
          <a:p>
            <a:r>
              <a:t>Backend: Custom Python HTTP Server (Built from scratch without heavy frameworks).</a:t>
            </a:r>
          </a:p>
          <a:p>
            <a:r>
              <a:t>Strict Security: Boundary validation (guards.py) intercepts blank or malicious data and safely rejects it with a 422 error.</a:t>
            </a:r>
          </a:p>
          <a:p>
            <a:r>
              <a:t>Data Storage: Scalable JSON repository, fully decoupled and prepared for MySQL migration.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Happy Path: Adding a new student and taking batch Roll Call.</a:t>
            </a:r>
          </a:p>
          <a:p>
            <a:r>
              <a:t>Graceful Failure: Demonstrating how the system catches blank inputs safely.</a:t>
            </a:r>
          </a:p>
          <a:p>
            <a:r>
              <a:t>User Experience (UX): Global loading spinners prevent duplicate submissions.</a:t>
            </a:r>
          </a:p>
          <a:p>
            <a:r>
              <a:t>Interactive Feedback: Real-time 'Toast' notifications inform the user without crashing the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Organized Workflow: All tasks and bugs were triaged using a strict GitHub Project Board.</a:t>
            </a:r>
          </a:p>
          <a:p>
            <a:r>
              <a:t>Adversarial Testing: We intentionally tried to break the app in Week 10 to find edge cases.</a:t>
            </a:r>
          </a:p>
          <a:p>
            <a:r>
              <a:t>Security Patched: We identified a Cross-Site Scripting (XSS) vulnerability in our tables and successfully patched it.</a:t>
            </a:r>
          </a:p>
          <a:p>
            <a:r>
              <a:t>Final Takeaway: AI is an incredible tool for accelerating development, but human review is absolutely necessary for true security and edge-case handling.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